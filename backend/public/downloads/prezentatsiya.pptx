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D4AF37"/>
                </a:solidFill>
              </a:rPr>
              <a:t>Malakali ishchi kadrlar tayyorlash o'quv markazini
boshqarish uchun axborot tizimi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A9A396"/>
                </a:solidFill>
              </a:rPr>
              <a:t>Veb-sayt · Boshqaruv paneli · Mobil ilova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A9A396"/>
                </a:solidFill>
              </a:rPr>
              <a:t>Bitiruv malakaviy ishi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Mavzuning dolzarbligi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O'quv markazlarida ariza qabul qilish, guruhlash, jadval tuzish qo'lda bajariladi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Qog'ozbozlik ko'p vaqt va resurs talab qiladi, xatoliklarga olib keladi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Talaba natijalari va sertifikatlarini kuzatish tizimlashtirilmagan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Yechim: butun jarayonni qamrab oluvchi yagona raqamli tizim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Loyihaning maqsadi va vazifalari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Onlayn ariza topshirish va ko'rib chiqish jarayonini avtomatlashtirish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Guruhlarni shakllantirish va dars jadvalini avtomatik generatsiya qilish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Elektron test tizimi orqali bilimni tekshirish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Kursni tugatgan talabalarga avtomatik sertifikat berish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Uch xil foydalanuvchi (talaba, o'qituvchi, admin) uchun alohida huquqlar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Tizimni ochiq internetga joylashtirish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Tizim arxitekturasi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Bitta umumiy backend, uchta kirish nuqtasi: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A9A396"/>
                </a:solidFill>
              </a:rPr>
              <a:t>‒  public/index.php — mobil ilova uchun JSON API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A9A396"/>
                </a:solidFill>
              </a:rPr>
              <a:t>‒  public/admin.php — boshqaruv paneli</a:t>
            </a:r>
          </a:p>
          <a:p>
            <a:pPr lvl="1">
              <a:spcAft>
                <a:spcPts val="1000"/>
              </a:spcAft>
            </a:pPr>
            <a:r>
              <a:rPr sz="1800">
                <a:solidFill>
                  <a:srgbClr val="A9A396"/>
                </a:solidFill>
              </a:rPr>
              <a:t>‒  public/site.php — ommaviy sayt va talaba kabineti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Server: PHP 8.3, MySQL / MariaDB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Mobil ilova: Kotlin + Jetpack Compose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Joylashtirish: Docker (Nginx + PHP-FPM), Railway bulutli platformasi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Ma'lumotlar bazasi (asosiy jadvallar)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D4AF37"/>
                </a:solidFill>
              </a:rPr>
              <a:t>Foydalanuvchi va kasblar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D4AF37"/>
                </a:solidFill>
              </a:rPr>
              <a:t>O'quv jarayoni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users — barcha foydalanuvchilar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professions — kasblar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profession_brands — texnika markalari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teacher_profiles — o'qituvchi ma'lumotlari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applications — arizalar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groups / schedule — guruh va jadval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enrollments — talaba biriktirilishi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tests / questions / answers — test tizimi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test_attempts — natijalar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certificates — sertifikatlar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Foydalanuvchi rollari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D4AF37"/>
                </a:solidFill>
              </a:rPr>
              <a:t>Talaba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D4AF37"/>
                </a:solidFill>
              </a:rPr>
              <a:t>O'qituvchi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Ariza orqali ro'yxatdan o'tadi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Jadval, test, sertifikatlarini ko'radi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Testlarni topshiradi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Faqat o'z guruhini ko'radi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Faqat o'z talabalarini ko'radi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Boshqa bo'limlarga kira olmaydi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1EFE9"/>
                </a:solidFill>
              </a:rPr>
              <a:t>•  Administrator — barcha bo'limlarga to'liq kirish huquqi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Ommaviy veb-sayt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Kasblar katalogi (tavsif, narx, muddat, PDF, video, texnika markalari)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O'qituvchilar ro'yxati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Media-galereya va yangiliklar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Onlayn ariza berish formasi (rasm va marka tanlash bilan)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Ikki tilli interfeys (o'zbek / rus), tungi-kunduzgi rejim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Talabaning shaxsiy kabineti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Dars jadvalini ko'rish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Testlarni topshirish (savol/javoblar tasodifiy aralashtiriladi)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Test natijalarini ko'rish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Sertifikatni PDF ko'rinishida yuklab olish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Boshqaruv paneli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D4AF37"/>
                </a:solidFill>
              </a:rPr>
              <a:t>Asosiy bo'limlar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D4AF37"/>
                </a:solidFill>
              </a:rPr>
              <a:t>Qo'shimcha bo'limlar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Dashboard — statistika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Arizalar — qabul/rad etish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Guruhlar — yaratish, jadval, biriktirish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Talabalar / O'qituvchilar — CRUD + rasm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Kasblar — CRUD + PDF/video/marka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Testlar — Excel import + qoidalar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Sertifikatlar, Yangiliklar, Media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1EFE9"/>
                </a:solidFill>
              </a:rPr>
              <a:t>•  Adminlar boshqaruvi, Sozlamalar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Algoritm: ariza qabul qilish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1. Tashrif buyuruvchi ariza formasini to'ldiradi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2. Ariza "kutilmoqda" holatida saqlanadi (ro'yxat boshida)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3. Admin parol belgilab "Qabul qilish"ni bosadi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4. Tizim avtomatik: talaba hisobini yaratadi → rasmni ko'chiradi → arizani o'chiradi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5. Yoki admin "Rad etish"ni bosadi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Algoritm: test topshirish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Katta savollar bazasidan tasodifiy N ta savol tanlanadi (masalan, 500 tadan 10 ta)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Savollar va javob variantlari tasodifiy aralashtiriladi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Talabaga ko'rsatilgan aniq savollar saqlanadi (adolatli baholash uchun)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Natija % da hisoblanadi va o'tish balli bilan solishtiriladi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Qoida: testni qayta topshirish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Jami 2 marta topshirish mumkin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1-urinish — istalgan vaqtda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2-urinish — faqat 1-urinishdan 14 kun o'tgach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Ikkalasi ham muvaffaqiyatsiz bo'lsa — qayta to'lov va ro'yxatdan o'tish kerak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Xavfsizlik choralari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SQL-in'ektsiyadan himoya (prepared statements)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CSRF himoyasi (har bir forma uchun maxsus token)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Parollar bcrypt orqali xeshlanadi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Mobil ilova uchun JWT autentifikatsiya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Rolga asoslangan kirish nazorati (RBAC)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Dasturni sinash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PHPUnit avtomatik testlash freymvorki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Har bir funksiya: test yozish → kod yozish → tekshirish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188 ta avtomatik test, 421 ta tekshiruv sharti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Barcha testlar 2 marta ketma-ket ishga tushirilib tasdiqlangan — 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Serverga joylashtirish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Docker — Nginx + PHP-FPM konteyneri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Railway bulutli platformasi (GitHub bilan avtomatik integratsiya)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MySQL ma'lumotlar bazasi — alohida bulutli xizmat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Har bir git push — avtomatik qayta joylashtirish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Android mobil ilova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Kotlin + Jetpack Compose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Talaba uchun: kasblar, jadval, testlar, sertifikatlar, profil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Admin/o'qituvchi uchun: WebView orqali to'liq veb-panelga kirish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Bitta umumiy serverdan foydalanadi (veb-sayt bilan bir xil ma'lumotlar)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O'quv markazining butun faoliyati uchun yagona raqamli tizim yaratildi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Uch qism (sayt, admin panel, mobil ilova) bitta serverga bog'langan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188 avtomatik test bilan ishonchliligi tasdiqlangan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Haqiqiy internetga joylashtirilib, foydalanishga tayyor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D4AF37"/>
                </a:solidFill>
              </a:rPr>
              <a:t>Kelajakda rivojlantirish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Mobil ilovada to'liq native admin interfeys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SMS xabarnomalar tizimi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To'lov tizimlari bilan integratsiya (Payme, Click)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1EFE9"/>
                </a:solidFill>
              </a:rPr>
              <a:t>•  Statistik hisobotlarni Excel/PDF eksport qilish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D4AF37"/>
                </a:solidFill>
              </a:rPr>
              <a:t>E'tiboringiz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